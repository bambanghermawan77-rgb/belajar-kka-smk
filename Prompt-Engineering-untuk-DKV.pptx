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Brygada 1918"/>
      <p:regular r:id="rId201314"/>
    </p:embeddedFont>
    <p:embeddedFont>
      <p:font typeface="Brygada 1918 SemiBold"/>
      <p:regular r:id="rId201315"/>
    </p:embeddedFont>
    <p:embeddedFont>
      <p:font typeface="Brygada 1918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955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Prompt Engineering untuk DKV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6029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Bahan ajar AI — Kelas X Desain Komunikasi Visual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275336"/>
            <a:ext cx="3594506" cy="28713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331990"/>
            <a:ext cx="39772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BERKOMUNIKASI DENGAN AI UNTUK DESAIN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19684"/>
            <a:ext cx="2059333" cy="28713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626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76338"/>
            <a:ext cx="24421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TUJUAN PEMBELAJARAN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824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Setelah Pembelajaran Ini, Siswa Mampu…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35654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652415"/>
            <a:ext cx="5339820" cy="2540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79767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Memahami Prompt Engineering untuk Desain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206353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Menjelaskan pengertian dan fungsi prompt dalam penggunaan AI untuk desain grafis.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90301" y="235654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0301" y="2652415"/>
            <a:ext cx="5339919" cy="2540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11" name="Text 9"/>
          <p:cNvSpPr/>
          <p:nvPr/>
        </p:nvSpPr>
        <p:spPr>
          <a:xfrm>
            <a:off x="6190301" y="2797671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Mengenali 5 Unsur Anatomi Prompt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190301" y="3206353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Memahami ROLE, TUGAS, KONTEKS, FORMAT, dan BATASAN dalam konteks desain.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14188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437757"/>
            <a:ext cx="5339820" cy="2540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58301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Menyusun &amp; Memperbaiki Prompt Desain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61475" y="4991695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Membuat prompt untuk kebutuhan desain DKV dan memperbaikinya.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90301" y="414188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437757"/>
            <a:ext cx="5339919" cy="25400"/>
          </a:xfrm>
          <a:prstGeom prst="rect">
            <a:avLst/>
          </a:prstGeom>
          <a:solidFill>
            <a:srgbClr val="CC914D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301" y="4583013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Proyek AI Bertanggung Jawab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190301" y="4991695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Membuat proyek desain menggunakan AI secara etis dan bertanggung jawab.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3797"/>
            <a:ext cx="1119656" cy="233263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579834"/>
            <a:ext cx="1545095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KONSEP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16967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Apa Itu Prompt?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36106"/>
            <a:ext cx="6933530" cy="15358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5996" y="1596231"/>
            <a:ext cx="356047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Prompt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adalah perintah atau instruksi yang kita berikan kepada AI untuk mendapatkan hasil tertentu.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75996" y="2404467"/>
            <a:ext cx="3560475" cy="968970"/>
          </a:xfrm>
          <a:prstGeom prst="roundRect">
            <a:avLst>
              <a:gd name="adj" fmla="val 23774"/>
            </a:avLst>
          </a:prstGeom>
          <a:solidFill>
            <a:srgbClr val="EAEDD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483" y="2591891"/>
            <a:ext cx="191884" cy="1534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74855" y="2554982"/>
            <a:ext cx="290812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💡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Semakin jelas instruksi yang diberikan, semakin sesuai pula hasil yang diperoleh dari AI.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996" y="3513733"/>
            <a:ext cx="3560475" cy="9387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4731" y="3686274"/>
            <a:ext cx="313920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Prompt Kurang Jelas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224731" y="4057253"/>
            <a:ext cx="31392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"Buat desain poster."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5996" y="4577159"/>
            <a:ext cx="3560475" cy="16066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4731" y="4749701"/>
            <a:ext cx="313920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Prompt Lebih Jelas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8224731" y="5120680"/>
            <a:ext cx="3139203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"Buat desain poster untuk kampanye kesehatan mental untuk siswa SMA dengan warna cerah, tipografi modern, dan pesan positif yang mudah dipahami."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327"/>
            <a:ext cx="1502432" cy="269180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608409"/>
            <a:ext cx="1899495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ANATOMI PROMPT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9088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Rumus </a:t>
            </a:r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E8AF3B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 + T + K + F + B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693763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Lima unsur utama yang membentuk prompt yang efektif dan terarah.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2155230"/>
            <a:ext cx="3512157" cy="1990626"/>
          </a:xfrm>
          <a:prstGeom prst="roundRect">
            <a:avLst>
              <a:gd name="adj" fmla="val 13353"/>
            </a:avLst>
          </a:prstGeom>
          <a:solidFill>
            <a:srgbClr val="626C3B"/>
          </a:solidFill>
          <a:ln w="6350">
            <a:solidFill>
              <a:srgbClr val="626C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025" y="2338784"/>
            <a:ext cx="531601" cy="531614"/>
          </a:xfrm>
          <a:prstGeom prst="ellipse">
            <a:avLst/>
          </a:prstGeom>
          <a:solidFill>
            <a:srgbClr val="626C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171" y="2484934"/>
            <a:ext cx="239210" cy="239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025" y="3036491"/>
            <a:ext cx="314505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ROLE — Peran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5025" y="3413026"/>
            <a:ext cx="314505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AI harus bertindak sebagai siapa? (Desainer grafis, art director, dll)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9720" y="2155230"/>
            <a:ext cx="3512157" cy="1990626"/>
          </a:xfrm>
          <a:prstGeom prst="roundRect">
            <a:avLst>
              <a:gd name="adj" fmla="val 13353"/>
            </a:avLst>
          </a:prstGeom>
          <a:solidFill>
            <a:srgbClr val="626C3B"/>
          </a:solidFill>
          <a:ln w="6350">
            <a:solidFill>
              <a:srgbClr val="8379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3270" y="2338784"/>
            <a:ext cx="531601" cy="531614"/>
          </a:xfrm>
          <a:prstGeom prst="ellipse">
            <a:avLst/>
          </a:prstGeom>
          <a:solidFill>
            <a:srgbClr val="8379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15" y="2484934"/>
            <a:ext cx="239210" cy="239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3270" y="3036491"/>
            <a:ext cx="314505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TUGAS — Pekerjaan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23270" y="3413026"/>
            <a:ext cx="314505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AI harus melakukan apa? (Membuat, mendesain, menghasilkan visual, dll)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17964" y="2155230"/>
            <a:ext cx="3512157" cy="1990626"/>
          </a:xfrm>
          <a:prstGeom prst="roundRect">
            <a:avLst>
              <a:gd name="adj" fmla="val 13353"/>
            </a:avLst>
          </a:prstGeom>
          <a:solidFill>
            <a:srgbClr val="626C3B"/>
          </a:solidFill>
          <a:ln w="6350">
            <a:solidFill>
              <a:srgbClr val="E8AF3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01514" y="2338784"/>
            <a:ext cx="531601" cy="531614"/>
          </a:xfrm>
          <a:prstGeom prst="ellipse">
            <a:avLst/>
          </a:prstGeom>
          <a:solidFill>
            <a:srgbClr val="E8AF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7660" y="2484934"/>
            <a:ext cx="239210" cy="239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01514" y="3036491"/>
            <a:ext cx="314505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KONTEKS — Informasi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201514" y="3413026"/>
            <a:ext cx="314505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AI perlu mengetahui informasi apa? (Target audience, brand, tujuan, dll)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61475" y="4311948"/>
            <a:ext cx="5351229" cy="1990626"/>
          </a:xfrm>
          <a:prstGeom prst="roundRect">
            <a:avLst>
              <a:gd name="adj" fmla="val 13353"/>
            </a:avLst>
          </a:prstGeom>
          <a:solidFill>
            <a:srgbClr val="626C3B"/>
          </a:solidFill>
          <a:ln w="6350">
            <a:solidFill>
              <a:srgbClr val="CC914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5025" y="4495502"/>
            <a:ext cx="531601" cy="531614"/>
          </a:xfrm>
          <a:prstGeom prst="ellipse">
            <a:avLst/>
          </a:prstGeom>
          <a:solidFill>
            <a:srgbClr val="CC914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1171" y="4641652"/>
            <a:ext cx="239210" cy="2392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5025" y="5193209"/>
            <a:ext cx="498412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FORMAT — Bentuk Hasil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45025" y="5569744"/>
            <a:ext cx="498412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Hasilnya mau berbentuk apa? (Poster, banner, logo, ilustrasi, dll)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178792" y="4311948"/>
            <a:ext cx="5351329" cy="1990626"/>
          </a:xfrm>
          <a:prstGeom prst="roundRect">
            <a:avLst>
              <a:gd name="adj" fmla="val 13353"/>
            </a:avLst>
          </a:prstGeom>
          <a:solidFill>
            <a:srgbClr val="626C3B"/>
          </a:solidFill>
          <a:ln w="6350">
            <a:solidFill>
              <a:srgbClr val="626C3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362342" y="4495502"/>
            <a:ext cx="531601" cy="531614"/>
          </a:xfrm>
          <a:prstGeom prst="ellipse">
            <a:avLst/>
          </a:prstGeom>
          <a:solidFill>
            <a:srgbClr val="626C3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8488" y="4641652"/>
            <a:ext cx="239210" cy="23921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62342" y="5193209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BATASAN — Aturan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6362342" y="5569744"/>
            <a:ext cx="49842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Apa yang harus diperhatikan AI? (Warna, gaya, ukuran, pesan, dll)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88901"/>
            <a:ext cx="1138804" cy="28713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626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945555"/>
            <a:ext cx="152158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UNSUR 1 &amp;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516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ROLE &amp; TUGAS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125762"/>
            <a:ext cx="5476043" cy="3843338"/>
          </a:xfrm>
          <a:prstGeom prst="roundRect">
            <a:avLst>
              <a:gd name="adj" fmla="val 11803"/>
            </a:avLst>
          </a:prstGeom>
          <a:solidFill>
            <a:srgbClr val="626C3B"/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314773"/>
            <a:ext cx="50980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1️⃣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ROLE — Peran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2805410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Menentukan AI harus bertindak sebagai siapa.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4357" y="3277890"/>
            <a:ext cx="5098029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Bertindak sebagai desainer grafis profesional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Bertindak sebagai art director kampanye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4357" y="4118868"/>
            <a:ext cx="5098029" cy="1222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❌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Tanpa Role: "Buat desain poster."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Dengan Role: "Bertindak sebagai desainer grafis profesional. Buatkan desain poster untuk kampanye produk."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2314773"/>
            <a:ext cx="520379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2️⃣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TUGAS — Pekerjaan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32776" y="2805410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Apa yang kita minta AI lakukan. Gunakan kata kerja aktif: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32776" y="3320455"/>
            <a:ext cx="2507394" cy="685998"/>
          </a:xfrm>
          <a:prstGeom prst="roundRect">
            <a:avLst>
              <a:gd name="adj" fmla="val 41331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133" y="3515816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Desain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9029176" y="3320455"/>
            <a:ext cx="2507394" cy="685998"/>
          </a:xfrm>
          <a:prstGeom prst="roundRect">
            <a:avLst>
              <a:gd name="adj" fmla="val 41331"/>
            </a:avLst>
          </a:prstGeom>
          <a:solidFill>
            <a:srgbClr val="83792E"/>
          </a:solidFill>
          <a:ln w="6350">
            <a:solidFill>
              <a:srgbClr val="9C92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24533" y="3515816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Buatkan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6332776" y="4195465"/>
            <a:ext cx="2507394" cy="685998"/>
          </a:xfrm>
          <a:prstGeom prst="roundRect">
            <a:avLst>
              <a:gd name="adj" fmla="val 41331"/>
            </a:avLst>
          </a:prstGeom>
          <a:solidFill>
            <a:srgbClr val="E8AF3B"/>
          </a:solidFill>
          <a:ln w="6350">
            <a:solidFill>
              <a:srgbClr val="CE95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133" y="4390827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Visualisasikan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9029176" y="4195465"/>
            <a:ext cx="2507394" cy="685998"/>
          </a:xfrm>
          <a:prstGeom prst="roundRect">
            <a:avLst>
              <a:gd name="adj" fmla="val 41331"/>
            </a:avLst>
          </a:prstGeom>
          <a:solidFill>
            <a:srgbClr val="CC914D"/>
          </a:solidFill>
          <a:ln w="6350">
            <a:solidFill>
              <a:srgbClr val="B27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4533" y="4390827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Ciptakan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6332776" y="5070475"/>
            <a:ext cx="2507394" cy="685998"/>
          </a:xfrm>
          <a:prstGeom prst="roundRect">
            <a:avLst>
              <a:gd name="adj" fmla="val 41331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133" y="5265837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Komposisi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9029176" y="5070475"/>
            <a:ext cx="2507394" cy="685998"/>
          </a:xfrm>
          <a:prstGeom prst="roundRect">
            <a:avLst>
              <a:gd name="adj" fmla="val 41331"/>
            </a:avLst>
          </a:prstGeom>
          <a:solidFill>
            <a:srgbClr val="83792E"/>
          </a:solidFill>
          <a:ln w="6350">
            <a:solidFill>
              <a:srgbClr val="9C92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4533" y="5265837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Ilustrasikan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04615"/>
            <a:ext cx="1302710" cy="28713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626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261269"/>
            <a:ext cx="16854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UNSUR 3, 4 &amp;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673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KONTEKS, FORMAT &amp; BATASAN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41476"/>
            <a:ext cx="3496877" cy="321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68183" y="256996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75881" y="3222923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KONTEKS — Informasi Tambahan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75881" y="3926880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Memberikan informasi agar AI memahami kebutuhan desain.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"Desain ini untuk kampanye media sosial brand fashion lokal yang menargetkan usia 18-25 tahun."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441476"/>
            <a:ext cx="3496877" cy="32119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54067" y="256996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61766" y="322292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FORMAT — Bentuk Hasil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61766" y="3631605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Menentukan bagaimana hasil ditampilkan: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Poster · Banner · Infografis · Packaging · Social Media · Logo · Ilustrasi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441476"/>
            <a:ext cx="3496877" cy="32119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39952" y="256996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247650" y="322292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BATASAN — Aturan Main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8247650" y="3631605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Memberikan aturan agar hasil tetap sesuai kebutuhan.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"Gunakan palet warna pastel, hindari teks yang terlalu banyak, dan pastikan readable di mobile."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724"/>
            <a:ext cx="1340709" cy="278110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71307" y="610592"/>
            <a:ext cx="1730629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CONTOH NYATA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04776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Prompt Lengkap: Desain Poster Kampanye Sosial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1742976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Berikut contoh prompt yang menggabungkan kelima unsur R+T+K+F+B: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6105" y="2430463"/>
            <a:ext cx="1059411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"Bertindak sebagai desainer grafis profesional. Buatkan desain poster untuk kampanye anti-bullying di sekolah menengah atas. Sajikan dalam format poster A3 dengan 3 variasi warna berbeda. Gunakan tipografi modern, visual yang relatable untuk remaja, dan pesan yang kuat namun positif. Hindari citra yang terlalu gelap atau menakutkan."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2230934"/>
            <a:ext cx="25399" cy="1264345"/>
          </a:xfrm>
          <a:prstGeom prst="roundRect">
            <a:avLst>
              <a:gd name="adj" fmla="val 50001"/>
            </a:avLst>
          </a:prstGeom>
          <a:solidFill>
            <a:srgbClr val="626C3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694807"/>
          <a:ext cx="9143771" cy="914400"/>
        </p:xfrm>
        <a:graphic>
          <a:graphicData uri="http://schemas.openxmlformats.org/drawingml/2006/table">
            <a:tbl>
              <a:tblPr/>
              <a:tblGrid>
                <a:gridCol w="2173749"/>
                <a:gridCol w="8694996"/>
              </a:tblGrid>
              <a:tr h="517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ROLE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Desainer Grafis Profesional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TUGAS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Membuat desain poster kampanye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KONTEKS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Kampanye anti-bullying untuk SMA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FORMAT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Poster A3 dengan 3 variasi warna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517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BATASAN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Tipografi modern, visual relatable, pesan positif, hindari visual gelap</a:t>
                      </a:r>
                      <a:endParaRPr lang="en-US" sz="14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339380"/>
            <a:ext cx="1313028" cy="28713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626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2396034"/>
            <a:ext cx="169580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VARIASI TEMA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7021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Contoh Prompt untuk Berbagai Kebutuhan DKV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576241"/>
            <a:ext cx="1524756" cy="9423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3576241"/>
            <a:ext cx="1524756" cy="94238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3576241"/>
            <a:ext cx="1524756" cy="942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7751"/>
            <a:ext cx="1136324" cy="242292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57119" y="625574"/>
            <a:ext cx="1554620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PROYEK SISWA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3820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Proyek: AI Assistant untuk Desainer Pemula</a:t>
            </a:r>
            <a:endParaRPr lang="en-US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05955"/>
            <a:ext cx="6928470" cy="1594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85421" y="1708547"/>
            <a:ext cx="355104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Tantangan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85421" y="2092226"/>
            <a:ext cx="3551049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Siswa membuat prompt untuk AI yang berfungsi sebagai asisten desain grafis. Pilih salah satu tema proyek dan buat prompt lengkap menggunakan R+T+K+F+B.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985421" y="3184128"/>
            <a:ext cx="3551049" cy="1497409"/>
          </a:xfrm>
          <a:prstGeom prst="roundRect">
            <a:avLst>
              <a:gd name="adj" fmla="val 15976"/>
            </a:avLst>
          </a:prstGeom>
          <a:solidFill>
            <a:srgbClr val="EAEDD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862" y="3390305"/>
            <a:ext cx="199325" cy="1594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3628" y="3344962"/>
            <a:ext cx="2873402" cy="1175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💡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Contoh judul proyek: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"AI Asisten Desain Poster Kampanye Sosial"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buat prompt untuk menghasilkan 3 variasi desain poster dengan pesan berbeda namun visual konsisten.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61475" y="4984155"/>
            <a:ext cx="2616234" cy="580727"/>
          </a:xfrm>
          <a:prstGeom prst="roundRect">
            <a:avLst>
              <a:gd name="adj" fmla="val 41194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7265" y="5149949"/>
            <a:ext cx="22846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🎨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Poster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3412246" y="4984155"/>
            <a:ext cx="2616333" cy="580727"/>
          </a:xfrm>
          <a:prstGeom prst="roundRect">
            <a:avLst>
              <a:gd name="adj" fmla="val 41194"/>
            </a:avLst>
          </a:prstGeom>
          <a:solidFill>
            <a:srgbClr val="83792E"/>
          </a:solidFill>
          <a:ln w="6350">
            <a:solidFill>
              <a:srgbClr val="9C924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78036" y="5149949"/>
            <a:ext cx="228475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Social Media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163116" y="4984155"/>
            <a:ext cx="2616234" cy="580727"/>
          </a:xfrm>
          <a:prstGeom prst="roundRect">
            <a:avLst>
              <a:gd name="adj" fmla="val 41194"/>
            </a:avLst>
          </a:prstGeom>
          <a:solidFill>
            <a:srgbClr val="E8AF3B"/>
          </a:solidFill>
          <a:ln w="6350">
            <a:solidFill>
              <a:srgbClr val="CE952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28907" y="5149949"/>
            <a:ext cx="22846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Packaging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8913887" y="4984155"/>
            <a:ext cx="2616333" cy="580727"/>
          </a:xfrm>
          <a:prstGeom prst="roundRect">
            <a:avLst>
              <a:gd name="adj" fmla="val 41194"/>
            </a:avLst>
          </a:prstGeom>
          <a:solidFill>
            <a:srgbClr val="CC914D"/>
          </a:solidFill>
          <a:ln w="6350">
            <a:solidFill>
              <a:srgbClr val="B277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079678" y="5149949"/>
            <a:ext cx="228475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🎭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Ilustrasi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661475" y="5699423"/>
            <a:ext cx="3533191" cy="580727"/>
          </a:xfrm>
          <a:prstGeom prst="roundRect">
            <a:avLst>
              <a:gd name="adj" fmla="val 41194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7265" y="5865217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💼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Branding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4329203" y="5699423"/>
            <a:ext cx="3533191" cy="580727"/>
          </a:xfrm>
          <a:prstGeom prst="roundRect">
            <a:avLst>
              <a:gd name="adj" fmla="val 41194"/>
            </a:avLst>
          </a:prstGeom>
          <a:solidFill>
            <a:srgbClr val="83792E"/>
          </a:solidFill>
          <a:ln w="6350">
            <a:solidFill>
              <a:srgbClr val="9C924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94993" y="5865217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Infografis</a:t>
            </a:r>
            <a:endParaRPr lang="en-US" sz="1550" dirty="0"/>
          </a:p>
        </p:txBody>
      </p:sp>
      <p:sp>
        <p:nvSpPr>
          <p:cNvPr id="23" name="Shape 19"/>
          <p:cNvSpPr/>
          <p:nvPr/>
        </p:nvSpPr>
        <p:spPr>
          <a:xfrm>
            <a:off x="7996930" y="5699423"/>
            <a:ext cx="3533290" cy="580727"/>
          </a:xfrm>
          <a:prstGeom prst="roundRect">
            <a:avLst>
              <a:gd name="adj" fmla="val 41194"/>
            </a:avLst>
          </a:prstGeom>
          <a:solidFill>
            <a:srgbClr val="E8AF3B"/>
          </a:solidFill>
          <a:ln w="6350">
            <a:solidFill>
              <a:srgbClr val="CE952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62721" y="5865217"/>
            <a:ext cx="32017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🎬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Motion Graphics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4293"/>
            <a:ext cx="1123823" cy="17502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626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529" y="568821"/>
            <a:ext cx="1595298" cy="105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REFLEKSI &amp; PENUTUP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37295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Tantangan &amp; LKPD: Iterasi Prompt Desain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02432"/>
            <a:ext cx="10868745" cy="28760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780" y="2174882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Buat Prompt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499780" y="2552737"/>
            <a:ext cx="1642940" cy="567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Tulis prompt sederhana dan jelas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382469" y="2349428"/>
            <a:ext cx="1642940" cy="29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Lihat Hasil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382469" y="2727282"/>
            <a:ext cx="1642940" cy="378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Evaluasi output AI awal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65158" y="2174882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Identifikasi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265158" y="2552737"/>
            <a:ext cx="1642940" cy="378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Catat kekurangan dan kebutuhan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47847" y="2160173"/>
            <a:ext cx="1642941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Perbaiki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147847" y="2538028"/>
            <a:ext cx="1642941" cy="567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Gunakan R+T+K+F+B untuk optimasi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40996" y="2174882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Bandingkan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040996" y="2552737"/>
            <a:ext cx="1642940" cy="567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Bandingkan Prompt 1 vs Prompt 2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475" y="4157365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Semakin detail dan jelas instruksi yang diberikan, semakin sesuai hasil desain dari AI. Gunakan LKPD berikut untuk berlatih membuat prompt desain yang efektif: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384477"/>
          <a:ext cx="9143771" cy="914400"/>
        </p:xfrm>
        <a:graphic>
          <a:graphicData uri="http://schemas.openxmlformats.org/drawingml/2006/table">
            <a:tbl>
              <a:tblPr/>
              <a:tblGrid>
                <a:gridCol w="3260624"/>
                <a:gridCol w="7608122"/>
              </a:tblGrid>
              <a:tr h="2482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Unsur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Jawaban Siswa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2514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Role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AI harus bertindak sebagai…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2514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Tugas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AI harus melakukan…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2514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Konteks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Informasi yang perlu diketahui AI…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2514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Format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Hasil dalam bentuk…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2482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Batasan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AI harus memperhatikan…</a:t>
                      </a:r>
                      <a:endParaRPr lang="en-US" sz="9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61475" y="5978227"/>
            <a:ext cx="10868745" cy="345380"/>
          </a:xfrm>
          <a:prstGeom prst="roundRect">
            <a:avLst>
              <a:gd name="adj" fmla="val 49999"/>
            </a:avLst>
          </a:prstGeom>
          <a:solidFill>
            <a:srgbClr val="B6FCB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66" y="6078041"/>
            <a:ext cx="143963" cy="11509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5619" y="6077148"/>
            <a:ext cx="10989095" cy="154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🎯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Kesimpulan: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Gabungkan kelima unsur menjadi satu prompt lengkap, hasilkan desain dari AI, dan bandingkan dengan prompt awal untuk melihat perbedaan kualitas hasil!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2026-09-11T07:28:15Z</dcterms:created>
  <dcterms:modified xsi:type="dcterms:W3CDTF">2026-09-11T07:28:15Z</dcterms:modified>
</cp:coreProperties>
</file>